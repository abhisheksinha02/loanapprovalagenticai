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Loan Approval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D4FF"/>
                </a:solidFill>
              </a:rPr>
              <a:t>Enterprise Multi-Agent Pipeline · RAG · Hybrid Models · Azure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</a:rPr>
              <a:t>Current Build → Production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CC"/>
                </a:solidFill>
              </a:rPr>
              <a:t>Stack: .NET 8 · Semantic Kernel · Azure OpenAI · Azure AI Search · AKS ·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What this system does — mind map style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2560320"/>
            <a:ext cx="2286000" cy="7315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Loan Approval
Agentic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56032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2529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572768"/>
            <a:ext cx="234086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Automates loan decisions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5 specialist AI agents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Rule + LLM hybrid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Full audit trail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657600"/>
            <a:ext cx="256032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69417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Current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041648"/>
            <a:ext cx="234086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.NET 8 / Minimal API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Semantic Kernel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Ollama (local dev)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llama3.1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005840"/>
            <a:ext cx="33832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005840"/>
            <a:ext cx="338328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0424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Agent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1389888"/>
            <a:ext cx="316382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Doc → Credit → Risk → Compliance → LoanOfficer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188720"/>
            <a:ext cx="34747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1188720"/>
            <a:ext cx="347472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122529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Production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7" y="1572768"/>
            <a:ext cx="325526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Azure OpenAI (GPT-4o)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Azure AI Search (RAG)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AKS self-hosted Llama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Workload Identity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365760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3657600"/>
            <a:ext cx="347472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369417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Business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7" y="4041648"/>
            <a:ext cx="325526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60-70% cost saving (hybrid)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&lt;30s decision time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Regulatory compliance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Explainable 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5029200"/>
            <a:ext cx="33832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5029200"/>
            <a:ext cx="338328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59" y="50657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Differentiator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5413248"/>
            <a:ext cx="316382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RAG per plugin = real data decisions, not hardcoded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Current Architecture (v1)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Request → Plugin Pre-compute → 5 Agent LLM Calls →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011680" cy="91440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Client
(HTTP POST)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280160"/>
            <a:ext cx="2011680" cy="9144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280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ASP.NET Core
Minimal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280160"/>
            <a:ext cx="201168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280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Loan Approval
Orchestrator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280160"/>
            <a:ext cx="2011680" cy="914400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280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Plugin Layer
(Pre-compute)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1280160"/>
            <a:ext cx="2011680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280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Ollama /
Azure OpenAI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664208"/>
            <a:ext cx="365760" cy="13716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16276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664208"/>
            <a:ext cx="365760" cy="13716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16276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664208"/>
            <a:ext cx="365760" cy="13716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6276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664208"/>
            <a:ext cx="365760" cy="13716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16276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34640"/>
            <a:ext cx="2103120" cy="594360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834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1. DocumentAnalyst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834640"/>
            <a:ext cx="2103120" cy="59436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79" y="2834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2. CreditAnalyst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834640"/>
            <a:ext cx="2103120" cy="594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2834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3. RiskAnalyst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2834640"/>
            <a:ext cx="210312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2834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4. ComplianceOfficer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2834640"/>
            <a:ext cx="2103120" cy="59436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9800" y="2834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5. LoanOfficer (Final)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3520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A4A"/>
                </a:solidFill>
              </a:rPr>
              <a:t>Sequential Agent Calls (line 67: chatService.GetChatMessageContentAsync)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2336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023360"/>
            <a:ext cx="365760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0599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Plugin Pre-compute (No LLM)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407408"/>
            <a:ext cx="34381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Math: DTI, LTV, monthly payment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Rules: credit score brackets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Mock: KYC/AML/Doc checks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Output: structured JSON context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02336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6240" y="4023360"/>
            <a:ext cx="365760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40599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LLM Reasoning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5968" y="4407408"/>
            <a:ext cx="34381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Each agent: fresh ChatHistory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System prompt = role + rules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User prompt = pre-computed data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Output: JSON report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4023360"/>
            <a:ext cx="38404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4023360"/>
            <a:ext cx="384048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40599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Decision Assembly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4407408"/>
            <a:ext cx="36210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LoanOfficer sees all 4 reports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Weighted scoring (credit 35%)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Hard denial rules enforced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Returns LoanDecision object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02336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4023360"/>
            <a:ext cx="365760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40599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Plugin Pre-compute (No LLM)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4407408"/>
            <a:ext cx="34381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Math: DTI, LTV, monthly payment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Rules: credit score brackets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Mock: KYC/AML/Doc checks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Output: structured JSON context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02336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06240" y="4023360"/>
            <a:ext cx="365760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79" y="40599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LLM Reasoning Layer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5968" y="4407408"/>
            <a:ext cx="34381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Each agent: fresh ChatHistory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System prompt = role + rules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User prompt = pre-computed data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Output: JSON report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4023360"/>
            <a:ext cx="38404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38160" y="4023360"/>
            <a:ext cx="384048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40599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Decision Assembly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47888" y="4407408"/>
            <a:ext cx="36210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LoanOfficer sees all 4 reports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Weighted scoring (credit 35%)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Hard denial rules enforced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Returns LoanDecision object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Agent Pipeline — Sequence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Request lifecycle through all 5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1371600" cy="45720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4752" y="1508760"/>
            <a:ext cx="128016" cy="475488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051560"/>
            <a:ext cx="1371600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508760"/>
            <a:ext cx="128016" cy="475488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051560"/>
            <a:ext cx="13716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508760"/>
            <a:ext cx="128016" cy="475488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051560"/>
            <a:ext cx="1371600" cy="457200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Plugins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14031" y="1508760"/>
            <a:ext cx="128016" cy="475488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051560"/>
            <a:ext cx="13716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82912" y="1508760"/>
            <a:ext cx="128016" cy="475488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508760" y="2560320"/>
            <a:ext cx="1737360" cy="0"/>
          </a:xfrm>
          <a:prstGeom prst="line">
            <a:avLst/>
          </a:prstGeom>
          <a:ln w="19050">
            <a:solidFill>
              <a:srgbClr val="00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00200" y="2359151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A4A"/>
                </a:solidFill>
              </a:rPr>
              <a:t>POST /api/loan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46120" y="2560320"/>
            <a:ext cx="1920240" cy="0"/>
          </a:xfrm>
          <a:prstGeom prst="line">
            <a:avLst/>
          </a:prstGeom>
          <a:ln w="19050">
            <a:solidFill>
              <a:srgbClr val="0A1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37560" y="235915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A4A"/>
                </a:solidFill>
              </a:rPr>
              <a:t>ProcessApplicationAsync()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66360" y="2926080"/>
            <a:ext cx="201168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57800" y="2724912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A4A"/>
                </a:solidFill>
              </a:rPr>
              <a:t>ComputePluginContextAsync()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166360" y="2926080"/>
            <a:ext cx="2011680" cy="0"/>
          </a:xfrm>
          <a:prstGeom prst="line">
            <a:avLst/>
          </a:prstGeom>
          <a:ln w="19050">
            <a:solidFill>
              <a:srgbClr val="00C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57800" y="2724912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A4A"/>
                </a:solidFill>
              </a:rPr>
              <a:t>JSON metrics (DTI,LTV,Risk…)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66360" y="3474720"/>
            <a:ext cx="448056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257800" y="3273551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A4A"/>
                </a:solidFill>
              </a:rPr>
              <a:t>Agent 1-4: GetChatMessageContentAsync()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5166360" y="3840480"/>
            <a:ext cx="4480560" cy="0"/>
          </a:xfrm>
          <a:prstGeom prst="line">
            <a:avLst/>
          </a:prstGeom>
          <a:ln w="1905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57800" y="363931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A4A"/>
                </a:solidFill>
              </a:rPr>
              <a:t>AgentReport JSON x4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66360" y="4297680"/>
            <a:ext cx="4480560" cy="0"/>
          </a:xfrm>
          <a:prstGeom prst="line">
            <a:avLst/>
          </a:prstGeom>
          <a:ln w="19050">
            <a:solidFill>
              <a:srgbClr val="E0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257800" y="409651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A4A"/>
                </a:solidFill>
              </a:rPr>
              <a:t>LoanOfficer: all reports + app data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5166360" y="4663440"/>
            <a:ext cx="4480560" cy="0"/>
          </a:xfrm>
          <a:prstGeom prst="line">
            <a:avLst/>
          </a:prstGeom>
          <a:ln w="1905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257800" y="446227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A4A"/>
                </a:solidFill>
              </a:rPr>
              <a:t>Final verdict JSON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3246120" y="5120640"/>
            <a:ext cx="192024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37560" y="49194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A4A"/>
                </a:solidFill>
              </a:rPr>
              <a:t>BuildFinalDecision()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508760" y="5120640"/>
            <a:ext cx="1737360" cy="0"/>
          </a:xfrm>
          <a:prstGeom prst="line">
            <a:avLst/>
          </a:prstGeom>
          <a:ln w="19050">
            <a:solidFill>
              <a:srgbClr val="0A1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600200" y="4919472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A4A"/>
                </a:solidFill>
              </a:rPr>
              <a:t>LoanDecision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3093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2B2B"/>
                </a:solidFill>
              </a:rPr>
              <a:t>⚡ All LLM calls funnel through line 67 of LoanApprovalOrchestrator.cs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Hybrid Model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Self-hosted Llama on AKS + Azure OpenAI GPT — right model, right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70432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11155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1155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11556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1115568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1170432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691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DocumentAnalyst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Llama 3.1 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AKS GPU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6916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Extraction task — no deep reasoning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1691640"/>
            <a:ext cx="1188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⭐⭐⭐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86000"/>
            <a:ext cx="11704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3774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CreditAnalyst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79" y="2377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Llama 3.1 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377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AKS GPU 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3774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Structured scoring, rules-based, llama handles well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2377440"/>
            <a:ext cx="1188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⭐⭐⭐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71800"/>
            <a:ext cx="1170432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063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RiskAnalyst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79" y="3063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GPT-4o-mini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0632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Azure OpenAI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0632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Borderline — needs some reasoning on risk nuance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3063240"/>
            <a:ext cx="1188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⭐⭐⭐⭐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57600"/>
            <a:ext cx="11704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74903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ComplianceOfficer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79" y="374903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GPT-4o-mini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74903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Azure OpenAI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749039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Legal/regulatory nuance — llama risky here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3749039"/>
            <a:ext cx="1188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⭐⭐⭐⭐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43400"/>
            <a:ext cx="1170432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434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2B2B"/>
                </a:solidFill>
              </a:rPr>
              <a:t>LoanOfficer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79" y="44348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A4A"/>
                </a:solidFill>
              </a:rPr>
              <a:t>GPT-4o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44348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A4A"/>
                </a:solidFill>
              </a:rPr>
              <a:t>Azure OpenAI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4348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A4A"/>
                </a:solidFill>
              </a:rPr>
              <a:t>Final verdict — highest stakes, must be best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4434840"/>
            <a:ext cx="1188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A4A"/>
                </a:solidFill>
              </a:rPr>
              <a:t>⭐⭐⭐⭐⭐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166360"/>
            <a:ext cx="11704320" cy="6400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212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💰  Cost Impact: Routing 4 of 5 agents to self-hosted Llama saves ~60-70% of Azure OpenAI spend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5321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1M requests: All GPT-4o ≈ $39,000  →  Hybrid ≈ $15,300  |  10M annual saving ≈ $237,000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Cost Optimisation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1M → 10M requests — all-GPT vs hybrid vs extended hybrid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70432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61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161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1M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161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10M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16128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AKS Infra/yr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1612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Net Annual Saving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27632"/>
            <a:ext cx="11704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719072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All GPT-4o (5 agents)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1719072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$39,000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719072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$390,000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1719072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48672" y="1719072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86000"/>
            <a:ext cx="11704320" cy="6217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37744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Hybrid (2 AKS + 3 GPT)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237744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$15,300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237744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$153,000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2377440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~$18k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2377440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~$219,000 (~56%)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44368"/>
            <a:ext cx="11704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035808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Extended (8 AKS + 2 GPT)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3035808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$16,000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035808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$160,000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3035808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~$36k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3035808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~$194,000 (~50%)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02736"/>
            <a:ext cx="11704320" cy="621792"/>
          </a:xfrm>
          <a:prstGeom prst="rect">
            <a:avLst/>
          </a:prstGeom>
          <a:solidFill>
            <a:srgbClr val="E8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694176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10-agent Extended Hybrid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16352" y="3694176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$16,000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5232" y="3694176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$160,000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3694176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~$36k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3694176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A4A"/>
                </a:solidFill>
              </a:rPr>
              <a:t>~$584,000 net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8912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389120"/>
            <a:ext cx="5486400" cy="347472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40740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Cost-Speed Tactics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773168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Small models (GPT-4o-mini) for agents 3-4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Semantic caching: identical loan profiles hit cache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Batch low-priority applications off-peak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Token budgeting: MaxTokens=512 for early agents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Prompt compression: summarise prior reports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4389120"/>
            <a:ext cx="5943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4389120"/>
            <a:ext cx="59436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4407408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AKS GPU Scaling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773168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Standard_NC4as_T4_v3 (~$0.50/hr) per node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HPA: scale 2→10 pods under load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min-replicas=1: no cold start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Spot nodes for non-critical agents (70% cheaper)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AKS GPU fixed cost amortised at 3k+ req/day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RAG Integration — Per Plugin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Replace hardcoded rules with real knowledge retrieval from Azure AI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1645920" cy="82296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Loan
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011680"/>
            <a:ext cx="16459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0116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Plugin
(e.g. Compliance)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011680"/>
            <a:ext cx="1645920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Embed
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164592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Azure
AI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011680"/>
            <a:ext cx="1645920" cy="822960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Relevant
Chunks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2011680"/>
            <a:ext cx="1645920" cy="82296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20116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LLM
(Agent)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267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267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267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267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267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200400"/>
            <a:ext cx="22860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200400"/>
            <a:ext cx="228600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23697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DocumentAnalyst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584448"/>
            <a:ext cx="20665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Knowledge Base: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Loan doc templates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Fraud pattern library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OCR extraction rules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Document schema registry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200400"/>
            <a:ext cx="22860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34640" y="3200400"/>
            <a:ext cx="2286000" cy="347472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323697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CreditAnalyst 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3584448"/>
            <a:ext cx="20665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Knowledge Base: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Credit bureau reports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Historical loan perf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FICO scoring guides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Lender policy docs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3200400"/>
            <a:ext cx="22860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94960" y="3200400"/>
            <a:ext cx="228600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323697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RiskAnalyst RAG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04688" y="3584448"/>
            <a:ext cx="20665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Knowledge Base: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Market rate indexes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Property valuations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Fraud pattern DB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Historical defaults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3200400"/>
            <a:ext cx="22860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79" y="3200400"/>
            <a:ext cx="2286000" cy="347472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323697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ComplianceOfficer RAG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7" y="3584448"/>
            <a:ext cx="20665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Knowledge Base: ⭐ MOST CRITICAL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CFPB regulations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ECOA / HMDA rulebooks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State lending laws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AML/KYC policies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212080"/>
            <a:ext cx="50292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5212080"/>
            <a:ext cx="50292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24865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LoanOfficer RAG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596128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Knowledge Base: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Past approved/rejected decisions (precedent)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Underwriting guidelines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Loan product catalogs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Risk appetite statements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5212080"/>
            <a:ext cx="6309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77840" y="5212080"/>
            <a:ext cx="6309360" cy="3474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79" y="5248656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AI Search Index per Domain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5596128"/>
            <a:ext cx="60899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Separate index per plugin domain (compliance-index, credit-index…)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Hybrid search: BM25 keyword + vector (3072-dim embeddings)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Semantic reranking for top-K chunks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ISemanticTextMemory injection into each plugin class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Azure Stack — Full RAG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End-to-end Azure services powering the production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47472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2529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Ingestion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72768"/>
            <a:ext cx="325526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Azure Blob Storage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  → Document Intelligence (Form Recognizer v3.1)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  → Chunking Service (512 tokens, 50 overlap)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  → text-embedding-3-large (3072 dims)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  → AI Search Indexer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188720"/>
            <a:ext cx="39319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1188720"/>
            <a:ext cx="393192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22529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Query / RAG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572768"/>
            <a:ext cx="371246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1. Plugin query → embed via Azure OpenAI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2. Hybrid search: BM25 + vector on AI Search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3. Semantic reranker → top-K chunks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4. Chunks injected into agent system prompt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5. LLM generates grounded 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65760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252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1572768"/>
            <a:ext cx="34381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GPT-4o  → LoanOfficer (final decision)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GPT-4o-mini → Risk + Compliance agents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text-embedding-3-large → all embeddings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150K TPM quota (dev) + Polly retry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Managed Identity auth (no keys)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57600"/>
            <a:ext cx="3474720" cy="347472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69417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AI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041648"/>
            <a:ext cx="325526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Standard S1 · semantic ranker 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Hybrid: BM25 + vector (cosine)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Index: id, content, contentVector,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  sourceFile, tenantId, lastModified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One index per plugin domain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3657600"/>
            <a:ext cx="39319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3360" y="3657600"/>
            <a:ext cx="3931920" cy="347472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369417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Identity &amp;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8" y="4041648"/>
            <a:ext cx="371246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Workload Identity (OIDC federated)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AKS: control-plane MI + kubelet MI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Key Vault (CSI driver) — no env secrets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Pod annotation: workload.identity/client-id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GitHub Actions OIDC for CI/CD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3657600" cy="3474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6941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Supporting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041648"/>
            <a:ext cx="34381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CosmosDB: audit log (partitionKey=/tenantId)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Service Bus: async ingestion queue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Container Registry: Llama + API images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Storage Account: doc staging + tf state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Azure Monitor + Log Analytics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989320"/>
            <a:ext cx="11704320" cy="6400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0350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AKS: Llama 3.1 (agents 1-2) on GPU node pool (Standard_NC4as_T4_v3)  ·  API on Standard_D4s_v5  ·  HPA min=1 max=10  ·  Workload Identity on all pods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High-Volume RAG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Patterns for 10M+ requests — caching, fan-out, async queuing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704320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344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ENTRY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353312"/>
            <a:ext cx="9098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API Gateway (APIM)  ·  Rate Limiting  ·  Auth (Entra ID)  ·  Request Routing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117043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24027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CACHE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59152"/>
            <a:ext cx="9098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Semantic Cache (Redis + embedding similarity)  ·  Hit rate target &gt;40%  ·  TTL=24h for low-risk profiles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11704320" cy="82296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246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QUEUE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64992"/>
            <a:ext cx="9098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Service Bus  ·  Priority queue: urgent (sync) vs batch (async)  ·  Dead-letter handling  ·  Sessions 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06240"/>
            <a:ext cx="11704320" cy="822960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42519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AGENT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70831"/>
            <a:ext cx="9098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AKS pods per agent type  ·  HPA per agent  ·  Llama pool (agents 1-2)  ·  GPT pool (agents 3-5)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212080"/>
            <a:ext cx="1170432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57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RAG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376672"/>
            <a:ext cx="9098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Search (per-domain index)  ·  Embedding cache  ·  Vector + BM25 hybrid  ·  Semantic reranker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172200"/>
            <a:ext cx="117043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Key levers: Semantic cache kills 40%+ LLM calls  ·  Batch queue for non-urgent apps  ·  Spot nodes cut GPU cost 70%  ·  Per-agent HPA avoids over-provisioning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Caching Architecture — Semantic + Response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Avoid redundant LLM calls for similar loan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011680" cy="82296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Incoming
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828800"/>
            <a:ext cx="2011680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8288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Embed
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201168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Redis
Vector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188720"/>
            <a:ext cx="2011680" cy="822960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188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Cache HIT
→ Return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468880"/>
            <a:ext cx="2011680" cy="82296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4688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Cache MISS
→ 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828800"/>
            <a:ext cx="201168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8288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Store in
Cache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0896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108960"/>
            <a:ext cx="365760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1455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L1 — Exact Match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493008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Redis exact hash of input params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TTL: 1 hour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Use case: duplicate submissions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Hit rate: ~15%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Implementation: IDistributedCache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10896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3108960"/>
            <a:ext cx="36576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31455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L2 — Semantic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3493008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Embed request → cosine similarity &gt;0.92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TTL: 24 hours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Use case: similar profiles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Hit rate: ~35-40%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Stack: Redis + text-embedding-3-small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108960"/>
            <a:ext cx="3840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108960"/>
            <a:ext cx="384048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145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L3 — RAG Chunk Cache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493008"/>
            <a:ext cx="36210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Cache AI Search results per query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TTL: 6 hours (regulation updates)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Use case: compliance lookups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Reduces AI Search cost significantly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Azure Cache for Redis Premium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1208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212080"/>
            <a:ext cx="5303520" cy="347472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24865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Cache Strategy Mind 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596128"/>
            <a:ext cx="50840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High-value cache: ComplianceOfficer (same regs for all apps)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Low-value cache: LoanOfficer (each case unique)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Invalidation: regulation update → flush compliance cache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Monitoring: cache hit rate dashboard in Grafana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5212080"/>
            <a:ext cx="6035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52160" y="5212080"/>
            <a:ext cx="6035040" cy="3474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5248656"/>
            <a:ext cx="5852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Expected Impact at 1M Requests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5596128"/>
            <a:ext cx="581558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L1 saves: ~15,000 LLM calls → ~$600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L2 saves: ~350,000 LLM calls → ~$14,000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L3 saves: ~40% AI Search queries → ~$800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Total cache saving: ~$15,400 per 1M requests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ROI: Redis Premium ~$800/mo vs $15k+ saving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Streaming Architecture — Future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Server-Sent Events + async token streaming replacing request-response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704320" cy="5029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Current: blocking await chatService.GetChatMessageContentAsync()  →  Future: GetStreamingChatMessageContentsAsync() + SSE to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34747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347472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6537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API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212848"/>
            <a:ext cx="325526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Replace GetChatMessageContentAsync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Use GetStreamingChatMessageContentsAsync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IAsyncEnumerable&lt;StreamingChatMessageContent&gt;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ASP.NET: Response.Body write loop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Content-Type: text/event-stream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8288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0" y="1828800"/>
            <a:ext cx="3657600" cy="347472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8653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Client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2212848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Agent tokens appear as they generate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Per-agent progress events sent to UI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'DocumentAnalyst thinking…' indicator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Final decision streamed last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Perceived latency drops ~60%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828800"/>
            <a:ext cx="39319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28800"/>
            <a:ext cx="393192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86537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Architecture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7" y="2212848"/>
            <a:ext cx="371246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SignalR Hub OR SSE endpoint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Redis pub/sub for multi-pod streaming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Cancel token propagation per agent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Partial JSON buffer until complete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Heartbeat every 15s to keep connection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77639"/>
            <a:ext cx="34747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77639"/>
            <a:ext cx="3474720" cy="3474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14215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Streaming Code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361688"/>
            <a:ext cx="325526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await foreach (var chunk in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  chatSvc.GetStreamingChatMessageContentsAsync(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    history, settings, kernel, ct))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  yield return chunk.Content;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3977639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23360" y="3977639"/>
            <a:ext cx="365760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4014215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Agent Progress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8" y="4361688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event: agent_start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data: {agent:'DocumentAnalyst'}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event: token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data: {text:'Docs look authentic...'}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event: agent_complete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data: {agent:'DocumentAnalyst',score:88}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3977639"/>
            <a:ext cx="39319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3977639"/>
            <a:ext cx="3931920" cy="347472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9" y="4014215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Trade-offs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7" y="4361688"/>
            <a:ext cx="371246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✅ Better UX — live feedback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✅ Early cancellation if hard-fail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✅ Partial results usable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⚠️ JSON parsing harder (partial chunks)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⚠️ Load balancer must support SSE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⚠️ Redis needed for multi-pod fan-out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AKS &amp; Infrastructure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Single-slide infra summary — Azure CNI Overlay · Workload Identity · Helm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035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AKS Cluster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System Pool: Standard_D4s_v5  (API + orchestrator)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User Pool (GPU): Standard_NC4as_T4_v3  (Llama agents)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CNI: Azure CNI Overlay — pod IPs private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Ingress: NGINX controller via Helm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HPA: min=1 max=10 per agent deployment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Workload Identity: OIDC federated credential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  → Pod annotation: workload.identity/client-id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  → ServiceAccount label: workload.identity/use=true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Secrets: Key Vault CSI driver mount (never env vars)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Image tag: SHA-based from GHCR (never :latest)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Rollout: kubectl rollout status (wait healthy)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Rollback: kubectl rollout undo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143000"/>
            <a:ext cx="61264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143000"/>
            <a:ext cx="6126480" cy="36576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1704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Terraform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572768"/>
            <a:ext cx="5852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infra/modules/: aks · openai · ai-search · cosmosdb · keyvault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Remote state: azurerm backend · Azure Blob · key=&lt;env&gt;/rag-poc.tfstate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Tags: environment · project · managed-by=terraform · cost-center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Never run terraform apply manually — CD pipeline only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Sensitive outputs: sensitive=true — never in plan logs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3566160"/>
            <a:ext cx="61264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3566160"/>
            <a:ext cx="612648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5935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CI/CD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995928"/>
            <a:ext cx="5852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CI (ci.yml): PR → build + unit tests + tf validate + tf fmt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CD (cd.yml): merge to main → tf plan (PR comment)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           → manual approval → tf apply → k8s deploy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OIDC federated credential for GitHub Actions (no secrets)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33A4A"/>
                </a:solidFill>
              </a:rPr>
              <a:t>docker image: ghcr.io/org/rag-poc-api:&lt;sha&gt;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Enterprise 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Zero-trust · Workload Identity · No secrets in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657600" cy="347472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252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Identity (Zero Secrets)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72768"/>
            <a:ext cx="343814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Workload Identity ONLY (OIDC federated)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AKS: 2 MIs — control-plane + kubelet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Pod annotation → user-assigned MI client-id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GitHub Actions: OIDC federated (no PAT)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Terraform state: MSI auth on azurerm backend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NEVER: client_secret or connection strings in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65760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2252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Secret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572768"/>
            <a:ext cx="343814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All secrets in Azure Key Vault (Standard SKU)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RBAC mode — not legacy access policies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Mounted via CSI Secrets Store driver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Never via env vars or ConfigMaps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.env.local gitignored — Key Vault refs for local dev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Secret rotation: Key Vault handles versioning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749039" cy="3474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2529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Network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572768"/>
            <a:ext cx="3529583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AKS: Azure CNI Overlay — no external pod IPs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Ingress: NGINX (private) — no direct pod access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Service Bus: private endpoint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AI Search: private endpoint (prod)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CosmosDB: private endpoint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Key Vault: network ACLs + private endpoint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36576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85615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Protection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133087"/>
            <a:ext cx="343814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CosmosDB: /tenantId partition — data isolation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Loan data: encrypted at rest (Azure-managed keys)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PII fields: SSN stored as hash only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Audit log: all decisions in CosmosDB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HMDA/ECOA: fair lending compliance check per app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AML/KYC: checked via CompliancePlugin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749039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3749039"/>
            <a:ext cx="365760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3785615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LLM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133087"/>
            <a:ext cx="343814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Prompt injection guard in system prompts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Output validated: strict JSON schema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No user input injected raw into prompts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Agent outputs parsed + sanitised before use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Llama on private AKS — no external model calls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GPT-4o via private Azure OpenAI endpoint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49039"/>
            <a:ext cx="3749039" cy="347472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785615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133087"/>
            <a:ext cx="3529583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ECOA: fair lending check per application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HMDA: reporting requirements validated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AML/KYC: screening on every applicant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Explainability: all agent scores logged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Audit trail: full decision path in CosmosDB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RAG: CFPB/ECOA docs in compliance index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RAG Implementation — Code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How ISemanticTextMemory integrates into each plugin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49807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498079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Plugin RAG Pattern (Semantic Kernel)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7223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// Plugin constructor — inject memory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public sealed class CompliancePlugin(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ISemanticTextMemory memory,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ILogger&lt;CompliancePlugin&gt; logger)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// RAG retrieval inside plugin method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public async Task&lt;string&gt; RunKycCheckAsync(...)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// 1. Build semantic query from applicant data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var query = $"KYC requirements for {applicantName}";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// 2. Retrieve relevant regulation chunks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var results = memory.SearchAsync(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    collection: "compliance-index",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    query: query,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    limit: 5,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    minRelevanceScore: 0.75);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var context = await results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    .Select(r =&gt; r.Metadata.Text)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    .AggregateAsync((a,b) =&gt; a + "\n" + b);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// 3. Return enriched context to orchestrator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// → injected into agent system prompt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return JsonSerializer.Serialize(new {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        kycContext: context, applicant: applicantName });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43000"/>
            <a:ext cx="41148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143000"/>
            <a:ext cx="41148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70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 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72768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// KernelExtensions.cs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services.AddSingleton&lt;ISemanticTextMemory&gt;(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  sp =&gt; new MemoryBuilder()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    .WithAzureOpenAITextEmbeddingGeneration(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      "text-embedding-3-large",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      endpoint, credential)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    .WithMemoryStore(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      new AzureAISearchMemoryStore(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        searchEndpoint, credential))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    .Build());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// Index names per plugin: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// compliance-index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// credit-index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// risk-index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// document-index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// officer-precedent-index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// Each index: hybrid BM25 + vector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// text-embedding-3-large (3072 dims)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333A4A"/>
                </a:solidFill>
              </a:rPr>
              <a:t>// Semantic reranker 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Full System Mind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Quick reference — all concepts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2834640"/>
            <a:ext cx="2286000" cy="7772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83464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Loan Approval
Agentic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5603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56032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2529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572768"/>
            <a:ext cx="23408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5 specialist agents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Sequential pipeline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Fresh ChatHistory each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JSON output contract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08960"/>
            <a:ext cx="25603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256032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4553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3408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Llama 3.1 → agents 1-2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GPT-4o-mini → agents 3-4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GPT-4o → LoanOfficer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Ollama local dev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2920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2560320" cy="347472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06577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5413248"/>
            <a:ext cx="234086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Hybrid saves 60-70%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10M/yr saves ~$237k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Cache saves +$15k/1M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097280"/>
            <a:ext cx="33832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097280"/>
            <a:ext cx="338328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11338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1481328"/>
            <a:ext cx="31638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Per-plugin Azure AI Search index · hybrid BM25+vector · semantic reranker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18872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1188720"/>
            <a:ext cx="365760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12252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7" y="1572768"/>
            <a:ext cx="3438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Azure OpenAI (GPT-4o)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AI Search (5 indexes)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AKS GPU + system pool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CosmosDB audit 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10896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3108960"/>
            <a:ext cx="3657600" cy="347472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19" y="31455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7" y="3493008"/>
            <a:ext cx="3438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Workload Identity (OIDC)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Key Vault CSI mount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No secrets in code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ECOA/AML/KYC compliant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502920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0" y="5029200"/>
            <a:ext cx="3657600" cy="3474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9" y="50657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Streaming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7" y="5413248"/>
            <a:ext cx="34381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GetStreamingChatMessageContentsAsync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SSE → client live tokens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60% perceived latency drop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502920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5029200"/>
            <a:ext cx="338328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59" y="50657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Caching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5413248"/>
            <a:ext cx="31638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L1 exact · L2 semantic · L3 RAG chunk · Redis · ~$15k saving/1M req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v1 → v2 (RAG + Hybrid) → v3 (Streaming + Scale)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749039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49039" cy="502920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612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1 — DONE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356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EEFF"/>
                </a:solidFill>
              </a:rPr>
              <a:t>v1: Working Multi-Agent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19072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✅ 5 specialist agents + LoanOfficer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✅ Plugin pre-compute (math + rules)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✅ Semantic Kernel integration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✅ Ollama local dev (llama3.1)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✅ JSON contract per agent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✅ Azure OpenAI ready (config-driven)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3749039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3749039" cy="50292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1612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2 —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4356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EEFF"/>
                </a:solidFill>
              </a:rPr>
              <a:t>v2: RAG + Hybrid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719072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Deploy Llama on AKS GPU node pool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Wire ISemanticTextMemory per plugin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5 Azure AI Search indexes (one per domain)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Ingest: regulations, credit bureau, rate data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GPT-4o-mini for agents 3-4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Semantic cache (Redis L2)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49039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143000"/>
            <a:ext cx="3749039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1612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3 — 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4356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EEFF"/>
                </a:solidFill>
              </a:rPr>
              <a:t>v3: Streaming +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719072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GetStreamingChatMessageContentsAsync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SSE endpoint + SignalR hub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Service Bus priority queue (async batch)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APIM rate limiting + auth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Multi-tenant (CosmosDB /tenantId)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Grafana dashboards + alerts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126480"/>
            <a:ext cx="11704320" cy="502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172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Phase 2 estimated effort: 3-4 sprints  ·  Phase 3 estimated effort: 2-3 sprints  ·  No breaking changes to agent contract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Quick Reference — Interviewer / Client Talking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One-liner answers to the most common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Q: What problem does this solve?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17904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A"/>
                </a:solidFill>
              </a:rPr>
              <a:t>Automates multi-step loan underwriting using AI agents — each specialist role mapped to an agent with a specific knowledge domain.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6692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2161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Q: Why multiple agents instead of one?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517904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A"/>
                </a:solidFill>
              </a:rPr>
              <a:t>Separation of concerns: each agent has a narrow prompt → less hallucination, easier to audit, independent model sizing per role.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23160"/>
            <a:ext cx="56692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423160"/>
            <a:ext cx="5669280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505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Q: Why Llama for some agents and GPT-4o for LoanOfficer?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752344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A"/>
                </a:solidFill>
              </a:rPr>
              <a:t>Cost + accuracy tradeoff: extraction &amp; scoring = Llama (cheap, fast). Final decision = GPT-4o (highest accuracy, legally defensible).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23160"/>
            <a:ext cx="56692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423160"/>
            <a:ext cx="5669280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24505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Q: How does RAG improve this?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752344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A"/>
                </a:solidFill>
              </a:rPr>
              <a:t>Plugins currently have hardcoded rules. RAG replaces those with real-time retrieval from regulatory docs, rate tables, and precedent decisions.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57600"/>
            <a:ext cx="56692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657600"/>
            <a:ext cx="5669280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685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Q: What's the cost saving?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986784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A"/>
                </a:solidFill>
              </a:rPr>
              <a:t>Hybrid model routing saves ~60-70% vs all-GPT-4o. At 10M requests/yr that's ~$237,000 annual saving.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57600"/>
            <a:ext cx="56692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657600"/>
            <a:ext cx="5669280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3685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Q: How is it enterprise-secure?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986784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A"/>
                </a:solidFill>
              </a:rPr>
              <a:t>Workload Identity (no secrets), Key Vault CSI, private endpoints, ECOA/AML/KYC compliance checks, full audit log in CosmosDB.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92040"/>
            <a:ext cx="56692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892040"/>
            <a:ext cx="5669280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9194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Q: Can it scale to high volume?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221224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A"/>
                </a:solidFill>
              </a:rPr>
              <a:t>Yes: AKS HPA per agent, Service Bus async queue, semantic cache (40%+ LLM call reduction), spot GPU nodes for Llama agents.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92040"/>
            <a:ext cx="56692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892040"/>
            <a:ext cx="5669280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49194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Q: What's the streaming plan?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221224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A4A"/>
                </a:solidFill>
              </a:rPr>
              <a:t>Replace blocking GetChatMessageContentAsync with GetStreamingChatMessageContentsAsync + SSE. Perceived latency drops ~60%.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Observability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What to watch in production — logs, metrics,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657600" cy="34747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252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Structured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72768"/>
            <a:ext cx="343814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ILogger&lt;T&gt; on every agent call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Log: agent name, elapsed time, char count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Log: passed/score/concerns per report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Log: plugin pre-compute metrics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Warning: empty agent response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Error: exception per agent (non-fatal)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65760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2252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Metrics to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572768"/>
            <a:ext cx="343814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Agent p50/p95/p99 latency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LoanOfficer timeout rate (was 503 issue)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Cache hit rate (L1 + L2 + L3)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Token usage per agent (Azure OpenAI)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GPU utilisation on Llama nodes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JSON parse failure rate per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749039" cy="3474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2529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Monitor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572768"/>
            <a:ext cx="3529583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App Insights SDK in ASP.NET Core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Custom dimensions: applicationId, agentName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Azure Monitor Workbook: agent pipeline view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Alert: &gt;5% agent failure rate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Alert: LoanOfficer latency &gt;60s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Dashboard: grafana.internal/d/api-latency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3657600" cy="347472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85615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Known Issues (from debug log)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133087"/>
            <a:ext cx="343814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503 on LoanOfficer: increase TimeoutMinutes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Empty response: add retry with backoff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100% CPU: check GPU — use llama3.2:1b fallback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JSON parse fail: llama adds markdown fences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  → handled by TryParseAgentReport() regex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Ollama cold start: set min-replicas=1 on AKS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749039"/>
            <a:ext cx="76809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3749039"/>
            <a:ext cx="7680960" cy="347472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3785615"/>
            <a:ext cx="7498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SLA Targets (production)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133087"/>
            <a:ext cx="746150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P99 end-to-end &lt; 45 seconds (GPU-accelerated Llama + Azure OpenAI)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LoanOfficer &lt; 15 seconds (GPT-4o, ~2K tokens)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Cache hit reduces p50 to &lt; 200ms (Redis exact match)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Availability: 99.9% (AKS multi-zone + Azure OpenAI SLA)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A4A"/>
                </a:solidFill>
              </a:rPr>
              <a:t>• Throughput: 500 concurrent applications (HPA max=10 per agent)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LoanOfficer Decision Logic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</a:rPr>
              <a:t>Hard denial rules → weighted scoring → final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188720"/>
            <a:ext cx="2834640" cy="502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59" y="1225296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Receive 4 Agent Reports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965960"/>
            <a:ext cx="2834640" cy="50292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002536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KYC Failed? AML Failed?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651760"/>
            <a:ext cx="2560320" cy="50292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688336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 HARD REJECT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651760"/>
            <a:ext cx="2834640" cy="50292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688336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Credit Score &lt; 500?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337560"/>
            <a:ext cx="2560320" cy="50292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374136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 HARD REJECT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337560"/>
            <a:ext cx="2834640" cy="50292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3374136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DTI &gt; 50%?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023360"/>
            <a:ext cx="2560320" cy="50292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4059936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 HARD REJECT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4023360"/>
            <a:ext cx="283464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4059936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Weighted Score
(Doc 20 · Credit 35 · Risk 30 · Compliance 15)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892040"/>
            <a:ext cx="2834640" cy="50292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4928616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Score ≥75 + Low/Medium Risk?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663440"/>
            <a:ext cx="2560320" cy="502920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4700016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 APPROVED 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5577840"/>
            <a:ext cx="2834640" cy="50292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5614416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Score ≥60?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5349240"/>
            <a:ext cx="256032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5385816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 CONDITIONAL ⚠️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6035040"/>
            <a:ext cx="2560320" cy="50292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6071616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 REJECTED 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143000"/>
            <a:ext cx="41148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117043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Weighting Rationale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Credit (35%) — most predictive of default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Risk (30%) — LTV, employment, composite score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Compliance (15%) — regulatory gate (binary)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Documents (20%) — data quality confidence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Hard Denial Triggers (any one = reject):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• KYC failure → identity risk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• AML failure → regulatory mandatory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• Credit &lt; 500 → below lender floor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• DTI &gt; 50% → unsustainable debt load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Scoring: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≥75 + Low/Medium risk → Approved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≥60 → ConditionallyApproved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&lt; 60 → Rejected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333A4A"/>
                </a:solidFill>
              </a:rPr>
              <a:t>No LoanOfficer report → PendingManualReview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7315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88952" cy="7315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Summary — What We've Built &amp; Where We're Going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D4FF"/>
                </a:solidFill>
              </a:rPr>
              <a:t>Loan Approval Agentic AI · Enterprise Production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88720" cy="457200"/>
          </a:xfrm>
          <a:prstGeom prst="rect">
            <a:avLst/>
          </a:prstGeom>
          <a:solidFill>
            <a:srgbClr val="0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F44"/>
                </a:solidFill>
              </a:rPr>
              <a:t>✅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99339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5-agent sequential pipeline · Semantic Kernel · Plugin pre-compute · Ollama local dev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11887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F44"/>
                </a:solidFill>
              </a:rPr>
              <a:t>🚀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8775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RAG per plugin (5 AI Search indexes) · Llama on AKS · Hybrid model routing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18872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F44"/>
                </a:solidFill>
              </a:rPr>
              <a:t>💰 Saving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18211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60-70% cost reduction via hybrid models · ~$237k/yr at 10M requests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1188720" cy="457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F44"/>
                </a:solidFill>
              </a:rPr>
              <a:t>🔒 Secure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7764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Workload Identity · Key Vault CSI · ECOA/AML/KYC · No secrets in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118872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F44"/>
                </a:solidFill>
              </a:rPr>
              <a:t>📡 Future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37083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Streaming (SSE) · Semantic cache · APIM · Multi-tenant · Grafana dashboards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BBCC"/>
                </a:solidFill>
              </a:rPr>
              <a:t>Stack: .NET 8 · ASP.NET Core · Semantic Kernel · Azure OpenAI · Azure AI Search · AKS · Ollama · Redis · Terraform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</a:rPr>
              <a:t>github: LoanApprovalAgenticAI  ·  Abhishek Sinha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